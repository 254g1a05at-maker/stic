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552" y="1992120"/>
            <a:ext cx="5975603" cy="450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SIH26131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Early detection and management of crop diseases and pest infestations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Agriculture, FoodTech &amp; Rural Development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Root -X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Root-X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7520</TotalTime>
  <Words>347</Words>
  <Application>Microsoft Office PowerPoint</Application>
  <PresentationFormat>Widescreen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Vazeer _ Aman</cp:lastModifiedBy>
  <cp:revision>150</cp:revision>
  <dcterms:created xsi:type="dcterms:W3CDTF">2013-12-12T18:46:50Z</dcterms:created>
  <dcterms:modified xsi:type="dcterms:W3CDTF">2026-09-17T06:07:34Z</dcterms:modified>
  <cp:category/>
</cp:coreProperties>
</file>